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9682"/>
                </a:solidFill>
              </a:defRPr>
            </a:pPr>
            <a:r>
              <a:t>From Slow, Risky Releases to</a:t>
            </a:r>
            <a:br/>
            <a:r>
              <a:t>Confident Daily Deployments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46464"/>
                </a:solidFill>
              </a:defRPr>
            </a:pPr>
            <a:r>
              <a:t>How High-Growth Engineering Teams Use Harness to Ship Faster Without Breaking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Enterprise CI/CD on Kubernetes — Built for Scale, Security, and Speed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Why Software Delivery Is Still a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Most teams don't have a tooling problem — they have a delivery confidence problem.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Releases take days or weeks → Slower innovation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Script-driven deployments → Fragile processes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Limited visibility → Slow recovery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Too many tools → Operational overhead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Manual rollbacks → Higher outage risk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Manual audits → Compliance gaps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Harness: One Platform to Build, Deploy &amp; Operate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Harness replaces fragmented CI/CD tooling with a single, secure, Kubernetes-native platform.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Unified CI &amp; CD in a single platform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Built-in deployment strategies (Canary, Blue-Green, Rolling)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Delegate-based security model — credentials stay in your network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Templates &amp; reusability for enterprise scale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Governance and audit readiness built-in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Lab Demo: 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646464"/>
                </a:solidFill>
              </a:defRPr>
            </a:pPr>
            <a:r>
              <a:t>End-to-end CI/CD implementation with enterprise-grade deployment strategy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Amazon EKS cluster (2 nodes, us-east-1)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CI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Build → Test → Push to DockerHub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CD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Canary deployment to Kubernetes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Bonus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Reusable step template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GitHub  →  Harness CI  →  DockerHub  →  Harness CD  →  Amazon EKS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Key Components: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Harness Delegate runs INSIDE the EKS cluster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Outbound-only connections (enterprise security)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Credentials never leave the customer's network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Single platform for CI + CD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[INSERT: Architecture diagram]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Connectors — Configure Once, Use Everywhere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Connector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github-connector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Source code repository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Connected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dockerhub-connector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Container registry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Connected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k8s-connector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EKS cluster (via Delegate)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Connected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969696"/>
                </a:solidFill>
              </a:defRPr>
            </a:pPr>
            <a:r>
              <a:t>[INSERT SCREENSHOT: screenshots/connectors.png]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CI/CD Pipeline — Visual + YAML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Stage 1: CI (build-and-push)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Clone repository from GitHub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Run tests (npm test)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Build &amp; Push Docker image to DockerHub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Stage 2: CD (deploy-to-k8s)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Canary deployment (1 pod first)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Validate health checks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Rolling deployment (all pods)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[INSERT SCREENSHOT: screenshots/pipeline-visual.png]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Canary Deployment — Ship with Confidence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Traditional Deploy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Canary Deploy (Harness)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Deploy to all pods at 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Deploy to 1 pod first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100% blast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Minimal blast radius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Manual rollback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Automatic rollback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High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38912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Flow: Canary (1 pod) → Validate Health → Full Rollout</a:t>
            </a:r>
          </a:p>
          <a:p>
            <a:pPr>
              <a:defRPr sz="1600">
                <a:solidFill>
                  <a:srgbClr val="C85050"/>
                </a:solidFill>
              </a:defRPr>
            </a:pPr>
            <a:r>
              <a:t>On Failure → Automatic Rollback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Used by Netflix, Google, and Amazon for production deployments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Pipeline Execution — Success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CI Stage Results: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Code cloned from GitHub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Tests passed (npm test)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Docker image pushed to DockerHub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CD Stage Results: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Canary deployed (1 pod)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Health validated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Full rollout complete (2 pods)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[INSERT SCREENSHOT: screenshots/pipeline-executions.png]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Live Application — Deployed &amp; Running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Response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GET 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{"message":"Welcome to Harness CI Lab!"}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GET /health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{"status":"healthy","timestamp":"..."}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GET /api/info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{"app":"harness-ci-lab","version":"1.0.0"}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Live URL:</a:t>
            </a:r>
          </a:p>
          <a:p>
            <a:pPr>
              <a:defRPr sz="1400">
                <a:solidFill>
                  <a:srgbClr val="009682"/>
                </a:solidFill>
              </a:defRPr>
            </a:pPr>
            <a:r>
              <a:t>http://af8ff179d9b434e3896b72ce0a902e3d-613870465.us-east-1.elb.amazonaws.com</a:t>
            </a:r>
          </a:p>
          <a:p/>
          <a:p>
            <a:pPr>
              <a:defRPr sz="1400" i="1">
                <a:solidFill>
                  <a:srgbClr val="969696"/>
                </a:solidFill>
              </a:defRPr>
            </a:pPr>
            <a:r>
              <a:t>[INSERT SCREENSHOT: screenshots/live-app-response.png]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Templates — Build Once, Reuse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Created: nodejs-test-template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Template Config: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Image: node:18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Command: npm install &amp;&amp; npm test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Enterprise Value: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Reusability — Use in any pipeline with one click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Standardization — Consistent testing across teams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Maintainability — Update once, applies everywhere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Governance — Platform team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Lab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Kubernetes Cluster (EKS)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Harness Delegate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CI Pipeline (Build, Test, Push)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CD Pipeline (Canary)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Templates (Bonus)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572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Resources:</a:t>
            </a:r>
          </a:p>
          <a:p>
            <a:pPr>
              <a:defRPr sz="1400"/>
            </a:pPr>
            <a:r>
              <a:t>• GitHub: github.com/aashime/harness-ci-lab</a:t>
            </a:r>
          </a:p>
          <a:p>
            <a:pPr>
              <a:defRPr sz="1400"/>
            </a:pPr>
            <a:r>
              <a:t>• DockerHub: hub.docker.com/r/aashime/harness-ci-lab</a:t>
            </a:r>
          </a:p>
          <a:p>
            <a:pPr>
              <a:defRPr sz="1400"/>
            </a:pPr>
            <a:r>
              <a:t>• Full Documentation: LAB_SUBMISSION.md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9682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46464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Ashime | github.com/aashime/harness-ci-lab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